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5" r:id="rId1"/>
  </p:sldMasterIdLst>
  <p:notesMasterIdLst>
    <p:notesMasterId r:id="rId20"/>
  </p:notesMasterIdLst>
  <p:sldIdLst>
    <p:sldId id="257" r:id="rId2"/>
    <p:sldId id="282" r:id="rId3"/>
    <p:sldId id="283" r:id="rId4"/>
    <p:sldId id="284" r:id="rId5"/>
    <p:sldId id="285" r:id="rId6"/>
    <p:sldId id="286" r:id="rId7"/>
    <p:sldId id="287" r:id="rId8"/>
    <p:sldId id="298" r:id="rId9"/>
    <p:sldId id="288" r:id="rId10"/>
    <p:sldId id="289" r:id="rId11"/>
    <p:sldId id="290" r:id="rId12"/>
    <p:sldId id="291" r:id="rId13"/>
    <p:sldId id="292" r:id="rId14"/>
    <p:sldId id="295" r:id="rId15"/>
    <p:sldId id="296" r:id="rId16"/>
    <p:sldId id="294" r:id="rId17"/>
    <p:sldId id="293" r:id="rId18"/>
    <p:sldId id="297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4485ED-24DE-4275-AA9E-BE6264B0B331}" type="datetimeFigureOut">
              <a:rPr lang="en-US" smtClean="0"/>
              <a:t>11/19/2022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5C5ABB-B8CA-423B-9C14-ED21EB5EF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040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C5ABB-B8CA-423B-9C14-ED21EB5EF51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2840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C5ABB-B8CA-423B-9C14-ED21EB5EF51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0519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C5ABB-B8CA-423B-9C14-ED21EB5EF51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0519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C5ABB-B8CA-423B-9C14-ED21EB5EF51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0519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C5ABB-B8CA-423B-9C14-ED21EB5EF51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0519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C5ABB-B8CA-423B-9C14-ED21EB5EF51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0519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C5ABB-B8CA-423B-9C14-ED21EB5EF51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0519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C5ABB-B8CA-423B-9C14-ED21EB5EF51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0519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C5ABB-B8CA-423B-9C14-ED21EB5EF51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0519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C5ABB-B8CA-423B-9C14-ED21EB5EF51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0519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C5ABB-B8CA-423B-9C14-ED21EB5EF51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0519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C5ABB-B8CA-423B-9C14-ED21EB5EF51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0519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C5ABB-B8CA-423B-9C14-ED21EB5EF51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0519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C5ABB-B8CA-423B-9C14-ED21EB5EF51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0519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C5ABB-B8CA-423B-9C14-ED21EB5EF51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0519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C5ABB-B8CA-423B-9C14-ED21EB5EF51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0519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C5ABB-B8CA-423B-9C14-ED21EB5EF51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0519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C5ABB-B8CA-423B-9C14-ED21EB5EF51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0519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9DB20-7D8B-4606-A9DA-1D591E7C98DC}" type="datetime1">
              <a:rPr lang="en-US" smtClean="0"/>
              <a:t>11/19/2022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B652C-40F9-43AA-A978-E88632B807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465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99916-29A6-40B8-B7AA-3EC67053AA3C}" type="datetime1">
              <a:rPr lang="en-US" smtClean="0"/>
              <a:t>11/19/2022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B652C-40F9-43AA-A978-E88632B807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2773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6530B-D240-4136-96D0-7C6E0C31687C}" type="datetime1">
              <a:rPr lang="en-US" smtClean="0"/>
              <a:t>11/19/2022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B652C-40F9-43AA-A978-E88632B807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440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CAA7F-8B4A-483E-B68C-DAD85B0480D3}" type="datetime1">
              <a:rPr lang="en-US" smtClean="0"/>
              <a:t>11/19/2022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B652C-40F9-43AA-A978-E88632B807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853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FDDAD-DC5B-4501-A2DD-743FE4CA6796}" type="datetime1">
              <a:rPr lang="en-US" smtClean="0"/>
              <a:t>11/19/2022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B652C-40F9-43AA-A978-E88632B807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628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3ADBC-4C85-4F60-B641-FF18F19001A5}" type="datetime1">
              <a:rPr lang="en-US" smtClean="0"/>
              <a:t>11/19/2022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B652C-40F9-43AA-A978-E88632B807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009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AA7B7-B07C-45D5-BA69-BD0BD4EB6265}" type="datetime1">
              <a:rPr lang="en-US" smtClean="0"/>
              <a:t>11/19/2022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B652C-40F9-43AA-A978-E88632B807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1145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7CFCD-DFDB-447B-A02D-6E8BDD6D6B84}" type="datetime1">
              <a:rPr lang="en-US" smtClean="0"/>
              <a:t>11/19/2022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B652C-40F9-43AA-A978-E88632B807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25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49512-18EF-4703-A271-4467C9097FBC}" type="datetime1">
              <a:rPr lang="en-US" smtClean="0"/>
              <a:t>11/19/2022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B652C-40F9-43AA-A978-E88632B807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478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82032-F3B7-4047-9B59-8F986BBD35B7}" type="datetime1">
              <a:rPr lang="en-US" smtClean="0"/>
              <a:t>11/19/2022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B652C-40F9-43AA-A978-E88632B807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428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61AA1-85C3-41B4-BA52-EA2C2E66BCCF}" type="datetime1">
              <a:rPr lang="en-US" smtClean="0"/>
              <a:t>11/19/2022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B652C-40F9-43AA-A978-E88632B807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228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CFA401-62FC-4F8C-BF11-9774B5675C38}" type="datetime1">
              <a:rPr lang="en-US" smtClean="0"/>
              <a:t>11/19/2022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4B652C-40F9-43AA-A978-E88632B807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592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6" r:id="rId1"/>
    <p:sldLayoutId id="2147484007" r:id="rId2"/>
    <p:sldLayoutId id="2147484008" r:id="rId3"/>
    <p:sldLayoutId id="2147484009" r:id="rId4"/>
    <p:sldLayoutId id="2147484010" r:id="rId5"/>
    <p:sldLayoutId id="2147484011" r:id="rId6"/>
    <p:sldLayoutId id="2147484012" r:id="rId7"/>
    <p:sldLayoutId id="2147484013" r:id="rId8"/>
    <p:sldLayoutId id="2147484014" r:id="rId9"/>
    <p:sldLayoutId id="2147484015" r:id="rId10"/>
    <p:sldLayoutId id="2147484016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B652C-40F9-43AA-A978-E88632B80774}" type="slidenum">
              <a:rPr lang="en-US" smtClean="0"/>
              <a:t>1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99192" y="6194904"/>
            <a:ext cx="13003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18/03/2021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953622" y="709814"/>
            <a:ext cx="3606085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Submitted by</a:t>
            </a:r>
          </a:p>
          <a:p>
            <a:r>
              <a:rPr lang="en-US" b="1" dirty="0" err="1"/>
              <a:t>Fazlee</a:t>
            </a:r>
            <a:r>
              <a:rPr lang="en-US" b="1" dirty="0"/>
              <a:t> </a:t>
            </a:r>
            <a:r>
              <a:rPr lang="en-US" b="1" dirty="0" err="1"/>
              <a:t>Rabby</a:t>
            </a:r>
            <a:r>
              <a:rPr lang="en-US" dirty="0"/>
              <a:t> 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Dept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.of  Software Engineering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Daffodil International University </a:t>
            </a:r>
          </a:p>
        </p:txBody>
      </p:sp>
      <p:sp>
        <p:nvSpPr>
          <p:cNvPr id="8" name="Rectangle 7"/>
          <p:cNvSpPr/>
          <p:nvPr/>
        </p:nvSpPr>
        <p:spPr>
          <a:xfrm>
            <a:off x="8065297" y="3984367"/>
            <a:ext cx="3631842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Submitted by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KM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Abu Saim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ID:171-35-195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Rahul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Roy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ID:171-35-204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Dept .of  Software Engineering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Daffodil International University </a:t>
            </a: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532586" y="3105835"/>
            <a:ext cx="516442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Real Estate Management System </a:t>
            </a:r>
          </a:p>
        </p:txBody>
      </p:sp>
      <p:pic>
        <p:nvPicPr>
          <p:cNvPr id="10" name="Picture 2" descr="C:\Users\Black-Cat\Desktop\index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5671" y="162127"/>
            <a:ext cx="4162425" cy="1095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0600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B652C-40F9-43AA-A978-E88632B80774}" type="slidenum">
              <a:rPr lang="en-US" smtClean="0"/>
              <a:t>2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619286" y="720075"/>
            <a:ext cx="266188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Table Of Contents </a:t>
            </a:r>
            <a:endParaRPr lang="en-US" sz="2400" b="1" dirty="0"/>
          </a:p>
        </p:txBody>
      </p:sp>
      <p:sp>
        <p:nvSpPr>
          <p:cNvPr id="13" name="Rectangle 12"/>
          <p:cNvSpPr/>
          <p:nvPr/>
        </p:nvSpPr>
        <p:spPr>
          <a:xfrm>
            <a:off x="733227" y="1599058"/>
            <a:ext cx="2513830" cy="37856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pitchFamily="2" charset="2"/>
              <a:buChar char="§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Introduction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Project Scope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Objectives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Project Prospective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Project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Goal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Tools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Diagram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Design</a:t>
            </a:r>
          </a:p>
          <a:p>
            <a:pPr marL="342900" indent="-342900">
              <a:buFont typeface="Wingdings" pitchFamily="2" charset="2"/>
              <a:buChar char="§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Wingdings" pitchFamily="2" charset="2"/>
              <a:buChar char="§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4" name="Picture 2" descr="C:\Users\Black-Cat\Desktop\index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5671" y="162127"/>
            <a:ext cx="4162425" cy="1095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4511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B652C-40F9-43AA-A978-E88632B80774}" type="slidenum">
              <a:rPr lang="en-US" smtClean="0"/>
              <a:t>3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809483" y="810227"/>
            <a:ext cx="246734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721476" y="1859752"/>
            <a:ext cx="916117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This Project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is a Online real estate business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website. where a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user can access its information and manage all the adding, updating, deleting the assets and some of its tasks.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User can buy and sell their </a:t>
            </a:r>
            <a:r>
              <a:rPr lang="en-US" sz="2000" dirty="0" smtClean="0"/>
              <a:t>property.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2" descr="C:\Users\Black-Cat\Desktop\index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5671" y="162127"/>
            <a:ext cx="4162425" cy="1095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3460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B652C-40F9-43AA-A978-E88632B80774}" type="slidenum">
              <a:rPr lang="en-US" smtClean="0"/>
              <a:t>4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870946" y="875814"/>
            <a:ext cx="273664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Project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1451019" y="1872631"/>
            <a:ext cx="10487695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Now days when everything is online, how is it possible that real estate left web application behind.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There are lot of real estate companies who advertise their property online so idea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behind developing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this application is that their property can also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sell or buy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using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this website.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This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website is a online real estate management through which individual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seller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or buyer can maintain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their property &amp;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property document keeping and managing property registration and also access its information and manage all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updating.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2" descr="C:\Users\Black-Cat\Desktop\index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5671" y="162127"/>
            <a:ext cx="4162425" cy="1095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6279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B652C-40F9-43AA-A978-E88632B80774}" type="slidenum">
              <a:rPr lang="en-US" smtClean="0"/>
              <a:t>5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99305" y="934336"/>
            <a:ext cx="215956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22373" y="1895221"/>
            <a:ext cx="10165723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system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have a login. A login box should appear when the system is invoked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285750" lvl="0" indent="-285750"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Admin should have all the type of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authority.</a:t>
            </a:r>
          </a:p>
          <a:p>
            <a:pPr marL="285750" lvl="0" indent="-285750"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user can sell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or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buy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property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with detail of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property.</a:t>
            </a:r>
          </a:p>
          <a:p>
            <a:pPr marL="285750" lvl="0" indent="-285750"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This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system verify the property, who owner of property.</a:t>
            </a:r>
          </a:p>
          <a:p>
            <a:pPr marL="285750" lvl="0" indent="-285750">
              <a:buFont typeface="Wingdings" pitchFamily="2" charset="2"/>
              <a:buChar char="Ø"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Picture 2" descr="C:\Users\Black-Cat\Desktop\index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5671" y="162127"/>
            <a:ext cx="4162425" cy="1095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2915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B652C-40F9-43AA-A978-E88632B80774}" type="slidenum">
              <a:rPr lang="en-US" smtClean="0"/>
              <a:t>6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515413" y="2117666"/>
            <a:ext cx="1067658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Admin’s interface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Admin is a person who will handle the entire website. For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that person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has to give the user name and password to enter the admin page. After entering right password admin person can enter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admin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home area. Here user buy different property &amp; sell them to the system. Buyer user property &amp; builder verify each-other &amp; make reliable communication to each other.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665980" y="934336"/>
            <a:ext cx="376256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Project Prospective</a:t>
            </a:r>
            <a:endParaRPr lang="en-US" sz="3600" dirty="0"/>
          </a:p>
        </p:txBody>
      </p:sp>
      <p:sp>
        <p:nvSpPr>
          <p:cNvPr id="5" name="Rectangle 4"/>
          <p:cNvSpPr/>
          <p:nvPr/>
        </p:nvSpPr>
        <p:spPr>
          <a:xfrm>
            <a:off x="1515411" y="3724680"/>
            <a:ext cx="10676587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User’s interface: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User can visit the home page of real estate in which first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introduction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of our site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mention first. The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registered user can login from the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login module. Here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guest can register free account to sell and buy property &amp;buyer verify each other &amp; make reliable communication to each other. User can search the property and it can select the type of property and its budget and also find the location of property.</a:t>
            </a:r>
          </a:p>
        </p:txBody>
      </p:sp>
      <p:pic>
        <p:nvPicPr>
          <p:cNvPr id="6" name="Picture 2" descr="C:\Users\Black-Cat\Desktop\index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5671" y="162127"/>
            <a:ext cx="4162425" cy="1095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7980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B652C-40F9-43AA-A978-E88632B80774}" type="slidenum">
              <a:rPr lang="en-US" smtClean="0"/>
              <a:t>7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898592" y="835985"/>
            <a:ext cx="250581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Project Goal</a:t>
            </a:r>
            <a:endParaRPr lang="en-US" sz="3600" dirty="0"/>
          </a:p>
        </p:txBody>
      </p:sp>
      <p:pic>
        <p:nvPicPr>
          <p:cNvPr id="4" name="Picture 2" descr="C:\Users\Black-Cat\Desktop\index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5671" y="162127"/>
            <a:ext cx="4162425" cy="1095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2004812" y="1690352"/>
            <a:ext cx="10187188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Our main goal of this project we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provide best service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through our website.</a:t>
            </a:r>
          </a:p>
          <a:p>
            <a:pPr marL="285750" lvl="0" indent="-285750">
              <a:buFont typeface="Wingdings" pitchFamily="2" charset="2"/>
              <a:buChar char="Ø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285750" lvl="0" indent="-285750"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Customer can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contact  real estate agent by this website.</a:t>
            </a:r>
          </a:p>
          <a:p>
            <a:pPr marL="285750" lvl="0" indent="-285750">
              <a:buFont typeface="Wingdings" pitchFamily="2" charset="2"/>
              <a:buChar char="Ø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285750" lvl="0" indent="-285750"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We show recent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popular estate in home page,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where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buyer can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choose their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desire property.</a:t>
            </a:r>
          </a:p>
          <a:p>
            <a:pPr lvl="0"/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285750" lvl="0" indent="-285750"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We also provide recent real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estate market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position News</a:t>
            </a:r>
          </a:p>
          <a:p>
            <a:pPr marL="285750" lvl="0" indent="-285750">
              <a:buFont typeface="Wingdings" pitchFamily="2" charset="2"/>
              <a:buChar char="Ø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285750" lvl="0" indent="-285750"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Customer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can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search real estate their budge range.</a:t>
            </a:r>
          </a:p>
          <a:p>
            <a:pPr marL="285750" lvl="0" indent="-285750">
              <a:buFont typeface="Wingdings" pitchFamily="2" charset="2"/>
              <a:buChar char="Ø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285750" lvl="0" indent="-285750">
              <a:buFont typeface="Wingdings" pitchFamily="2" charset="2"/>
              <a:buChar char="Ø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285750" lvl="0" indent="-285750">
              <a:buFont typeface="Wingdings" pitchFamily="2" charset="2"/>
              <a:buChar char="Ø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285750" lvl="0" indent="-285750">
              <a:buFont typeface="Wingdings" pitchFamily="2" charset="2"/>
              <a:buChar char="Ø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285750" lvl="0" indent="-285750">
              <a:buFont typeface="Wingdings" pitchFamily="2" charset="2"/>
              <a:buChar char="Ø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285750" lvl="0" indent="-285750">
              <a:buFont typeface="Wingdings" pitchFamily="2" charset="2"/>
              <a:buChar char="Ø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285750" lvl="0" indent="-285750">
              <a:buFont typeface="Wingdings" pitchFamily="2" charset="2"/>
              <a:buChar char="Ø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285750" lvl="0" indent="-285750">
              <a:buFont typeface="Wingdings" pitchFamily="2" charset="2"/>
              <a:buChar char="Ø"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2947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B652C-40F9-43AA-A978-E88632B80774}" type="slidenum">
              <a:rPr lang="en-US" smtClean="0"/>
              <a:t>8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898592" y="732954"/>
            <a:ext cx="114230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 smtClean="0"/>
              <a:t>Tools</a:t>
            </a:r>
            <a:endParaRPr lang="en-US" sz="3600" dirty="0"/>
          </a:p>
        </p:txBody>
      </p:sp>
      <p:pic>
        <p:nvPicPr>
          <p:cNvPr id="4" name="Picture 2" descr="C:\Users\Black-Cat\Desktop\index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5671" y="162127"/>
            <a:ext cx="4162425" cy="1095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2448342" y="1723485"/>
            <a:ext cx="1180131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HTML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CSS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Bootstrap</a:t>
            </a:r>
          </a:p>
          <a:p>
            <a:endParaRPr lang="en-US" sz="2000" dirty="0"/>
          </a:p>
        </p:txBody>
      </p:sp>
      <p:sp>
        <p:nvSpPr>
          <p:cNvPr id="6" name="Rectangle 5"/>
          <p:cNvSpPr/>
          <p:nvPr/>
        </p:nvSpPr>
        <p:spPr>
          <a:xfrm>
            <a:off x="1477340" y="1354153"/>
            <a:ext cx="92525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Design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536522" y="2948740"/>
            <a:ext cx="122501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Back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end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451253" y="3470856"/>
            <a:ext cx="91390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smtClean="0"/>
              <a:t>Django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834718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B652C-40F9-43AA-A978-E88632B80774}" type="slidenum">
              <a:rPr lang="en-US" smtClean="0"/>
              <a:t>9</a:t>
            </a:fld>
            <a:endParaRPr lang="en-US"/>
          </a:p>
        </p:txBody>
      </p:sp>
      <p:pic>
        <p:nvPicPr>
          <p:cNvPr id="2050" name="Picture 2" descr="C:\Users\Black-Cat\Desktop\ADMIN Use-Case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7001" y="417513"/>
            <a:ext cx="5381625" cy="6021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497983" y="393782"/>
            <a:ext cx="407401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Use-Case For Admin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2" descr="C:\Users\Black-Cat\Desktop\index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5671" y="162127"/>
            <a:ext cx="4162425" cy="1095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6799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B652C-40F9-43AA-A978-E88632B80774}" type="slidenum">
              <a:rPr lang="en-US" smtClean="0"/>
              <a:t>10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449201" y="629922"/>
            <a:ext cx="260520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Use-Case For User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4" name="Picture 2" descr="C:\Users\Black-Cat\Desktop\USER Use-Case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8846" y="311955"/>
            <a:ext cx="5076825" cy="5992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C:\Users\Black-Cat\Desktop\index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5671" y="162127"/>
            <a:ext cx="4162425" cy="1095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5549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B652C-40F9-43AA-A978-E88632B80774}" type="slidenum">
              <a:rPr lang="en-US" smtClean="0"/>
              <a:t>11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869580" y="1183559"/>
            <a:ext cx="200407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Class Diagram</a:t>
            </a:r>
          </a:p>
        </p:txBody>
      </p:sp>
      <p:pic>
        <p:nvPicPr>
          <p:cNvPr id="4098" name="Picture 2" descr="C:\Users\Black-Cat\Desktop\Class Diagram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8806" y="1040072"/>
            <a:ext cx="6983413" cy="5200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C:\Users\Black-Cat\Desktop\index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5671" y="162127"/>
            <a:ext cx="4162425" cy="1095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609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B652C-40F9-43AA-A978-E88632B80774}" type="slidenum">
              <a:rPr lang="en-US" smtClean="0"/>
              <a:t>12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869580" y="578407"/>
            <a:ext cx="234391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Activity Diagram</a:t>
            </a:r>
          </a:p>
        </p:txBody>
      </p:sp>
      <p:pic>
        <p:nvPicPr>
          <p:cNvPr id="5122" name="Picture 2" descr="C:\Users\Black-Cat\Desktop\Activity Diagram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2313" y="508000"/>
            <a:ext cx="5667375" cy="5840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C:\Users\Black-Cat\Desktop\index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5671" y="162127"/>
            <a:ext cx="4162425" cy="1095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7390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B652C-40F9-43AA-A978-E88632B80774}" type="slidenum">
              <a:rPr lang="en-US" smtClean="0"/>
              <a:t>13</a:t>
            </a:fld>
            <a:endParaRPr lang="en-US"/>
          </a:p>
        </p:txBody>
      </p:sp>
      <p:pic>
        <p:nvPicPr>
          <p:cNvPr id="6147" name="Picture 3" descr="C:\Users\Black-Cat\Desktop\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50006"/>
            <a:ext cx="12192000" cy="6013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5282152" y="126505"/>
            <a:ext cx="12554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Home Page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9664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B652C-40F9-43AA-A978-E88632B80774}" type="slidenum">
              <a:rPr lang="en-US" smtClean="0"/>
              <a:t>14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4908817" y="0"/>
            <a:ext cx="13516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Sign in Page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9218" name="Picture 2" descr="C:\Users\Black-Cat\Desktop\4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032" y="598487"/>
            <a:ext cx="12191999" cy="6259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9428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B652C-40F9-43AA-A978-E88632B80774}" type="slidenum">
              <a:rPr lang="en-US" smtClean="0"/>
              <a:t>15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5127605" y="114768"/>
            <a:ext cx="14542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Sign Up Page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42" name="Picture 2" descr="C:\Users\Black-Cat\Desktop\5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8013"/>
            <a:ext cx="12192000" cy="6249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3648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B652C-40F9-43AA-A978-E88632B80774}" type="slidenum">
              <a:rPr lang="en-US" smtClean="0"/>
              <a:t>16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4895786" y="114768"/>
            <a:ext cx="23326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Search &amp; Contact Page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194" name="Picture 2" descr="C:\Users\Black-Cat\Desktop\3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248" y="925669"/>
            <a:ext cx="10689464" cy="5829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3843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B652C-40F9-43AA-A978-E88632B80774}" type="slidenum">
              <a:rPr lang="en-US" smtClean="0"/>
              <a:t>17</a:t>
            </a:fld>
            <a:endParaRPr lang="en-US"/>
          </a:p>
        </p:txBody>
      </p:sp>
      <p:pic>
        <p:nvPicPr>
          <p:cNvPr id="7170" name="Picture 2" descr="C:\Users\Black-Cat\Desktop\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6524" y="614363"/>
            <a:ext cx="9311425" cy="6243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7556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B652C-40F9-43AA-A978-E88632B80774}" type="slidenum">
              <a:rPr lang="en-US" smtClean="0"/>
              <a:t>18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4110175" y="2856827"/>
            <a:ext cx="491791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0" dirty="0" smtClean="0">
                <a:latin typeface="Times New Roman" pitchFamily="18" charset="0"/>
                <a:cs typeface="Times New Roman" pitchFamily="18" charset="0"/>
              </a:rPr>
              <a:t>Thank You</a:t>
            </a:r>
            <a:endParaRPr lang="en-US" sz="8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2" descr="C:\Users\Black-Cat\Desktop\index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5671" y="162127"/>
            <a:ext cx="4162425" cy="1095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3126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1600</TotalTime>
  <Words>516</Words>
  <Application>Microsoft Office PowerPoint</Application>
  <PresentationFormat>Widescreen</PresentationFormat>
  <Paragraphs>107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Humayan Kabir</dc:creator>
  <cp:lastModifiedBy>USER</cp:lastModifiedBy>
  <cp:revision>86</cp:revision>
  <dcterms:created xsi:type="dcterms:W3CDTF">2019-06-25T12:59:14Z</dcterms:created>
  <dcterms:modified xsi:type="dcterms:W3CDTF">2022-11-19T14:37:16Z</dcterms:modified>
</cp:coreProperties>
</file>